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7315200" cy="2240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56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664" y="72"/>
      </p:cViewPr>
      <p:guideLst>
        <p:guide orient="horz" pos="7056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49CE8-695D-4D2C-84C1-1525249CA31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1143000"/>
            <a:ext cx="100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F22B4-2B32-4380-9252-F5C645157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1pPr>
    <a:lvl2pPr marL="2743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2pPr>
    <a:lvl3pPr marL="5486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3pPr>
    <a:lvl4pPr marL="8229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4pPr>
    <a:lvl5pPr marL="109728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5pPr>
    <a:lvl6pPr marL="137160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59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202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45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666386"/>
            <a:ext cx="6217920" cy="779949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1766657"/>
            <a:ext cx="5486400" cy="5408823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9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5585149"/>
            <a:ext cx="6309360" cy="931894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4992251"/>
            <a:ext cx="6309360" cy="4900611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5963708"/>
            <a:ext cx="3108960" cy="14214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5963708"/>
            <a:ext cx="3108960" cy="14214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6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192747"/>
            <a:ext cx="6309360" cy="4330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5491799"/>
            <a:ext cx="3094672" cy="2691446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8183245"/>
            <a:ext cx="3094672" cy="12036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5491799"/>
            <a:ext cx="3109913" cy="2691446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8183245"/>
            <a:ext cx="3109913" cy="12036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5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4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7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493520"/>
            <a:ext cx="2359342" cy="522732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225593"/>
            <a:ext cx="3703320" cy="15920508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720840"/>
            <a:ext cx="2359342" cy="1245118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3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493520"/>
            <a:ext cx="2359342" cy="522732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225593"/>
            <a:ext cx="3703320" cy="15920508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720840"/>
            <a:ext cx="2359342" cy="1245118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8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9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192742"/>
            <a:ext cx="1577340" cy="18985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192742"/>
            <a:ext cx="4640580" cy="18985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7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192747"/>
            <a:ext cx="6309360" cy="433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5963708"/>
            <a:ext cx="6309360" cy="14214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0764081"/>
            <a:ext cx="1645920" cy="1192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436F8-F55B-4ED5-9425-BCCBB5226E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0764081"/>
            <a:ext cx="2468880" cy="1192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0764081"/>
            <a:ext cx="1645920" cy="1192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D3EF0-8F90-4334-8081-3B88477C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BD425F-5B62-B96D-C89D-7C09DDE80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26"/>
            <a:ext cx="7292684" cy="4102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D6902-FF7A-1962-81D8-C4DF1F095BF7}"/>
              </a:ext>
            </a:extLst>
          </p:cNvPr>
          <p:cNvSpPr txBox="1"/>
          <p:nvPr/>
        </p:nvSpPr>
        <p:spPr>
          <a:xfrm>
            <a:off x="2257844" y="4854707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Producer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98E43-9E74-5A9A-641A-D0ECAADC3AD6}"/>
              </a:ext>
            </a:extLst>
          </p:cNvPr>
          <p:cNvSpPr txBox="1"/>
          <p:nvPr/>
        </p:nvSpPr>
        <p:spPr>
          <a:xfrm>
            <a:off x="817709" y="6119132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Tech Lead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F76C6-22C4-7C1C-FD02-84C182499979}"/>
              </a:ext>
            </a:extLst>
          </p:cNvPr>
          <p:cNvSpPr txBox="1"/>
          <p:nvPr/>
        </p:nvSpPr>
        <p:spPr>
          <a:xfrm>
            <a:off x="817709" y="7380556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Game Designer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24D246-AC3B-B0FA-20CE-30F95BC493C6}"/>
              </a:ext>
            </a:extLst>
          </p:cNvPr>
          <p:cNvSpPr txBox="1"/>
          <p:nvPr/>
        </p:nvSpPr>
        <p:spPr>
          <a:xfrm>
            <a:off x="3806320" y="6120300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Graphics Programmer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1DD36-A88A-280F-C485-BE5B800A0196}"/>
              </a:ext>
            </a:extLst>
          </p:cNvPr>
          <p:cNvSpPr txBox="1"/>
          <p:nvPr/>
        </p:nvSpPr>
        <p:spPr>
          <a:xfrm>
            <a:off x="3806320" y="7381723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AI Behavior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75331-89AC-FC05-BBB1-4632BEBEED10}"/>
              </a:ext>
            </a:extLst>
          </p:cNvPr>
          <p:cNvSpPr txBox="1"/>
          <p:nvPr/>
        </p:nvSpPr>
        <p:spPr>
          <a:xfrm>
            <a:off x="2257844" y="8611368"/>
            <a:ext cx="2710673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Composer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DC138-088D-26BE-07E7-1ED5A52E5274}"/>
              </a:ext>
            </a:extLst>
          </p:cNvPr>
          <p:cNvSpPr txBox="1"/>
          <p:nvPr/>
        </p:nvSpPr>
        <p:spPr>
          <a:xfrm>
            <a:off x="2535782" y="5212313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Rahul Nair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660607-78BE-2A94-2FDF-EFC09284D4CF}"/>
              </a:ext>
            </a:extLst>
          </p:cNvPr>
          <p:cNvSpPr txBox="1"/>
          <p:nvPr/>
        </p:nvSpPr>
        <p:spPr>
          <a:xfrm>
            <a:off x="1095647" y="6476738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Sumin Park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38C857-995C-1973-61FF-71FBC9C0D90F}"/>
              </a:ext>
            </a:extLst>
          </p:cNvPr>
          <p:cNvSpPr txBox="1"/>
          <p:nvPr/>
        </p:nvSpPr>
        <p:spPr>
          <a:xfrm>
            <a:off x="1095647" y="7738161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Jackey Cen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579E2-4846-030A-F0DE-0DBB7B9A4A3B}"/>
              </a:ext>
            </a:extLst>
          </p:cNvPr>
          <p:cNvSpPr txBox="1"/>
          <p:nvPr/>
        </p:nvSpPr>
        <p:spPr>
          <a:xfrm>
            <a:off x="4084257" y="6477905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Josh Siegel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73FADC-6FFE-BFBC-DF56-79CC76E86FD5}"/>
              </a:ext>
            </a:extLst>
          </p:cNvPr>
          <p:cNvSpPr txBox="1"/>
          <p:nvPr/>
        </p:nvSpPr>
        <p:spPr>
          <a:xfrm>
            <a:off x="4084257" y="7739329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Quy Dong 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224F37-FAEB-E163-0DA9-E7DC82A3280B}"/>
              </a:ext>
            </a:extLst>
          </p:cNvPr>
          <p:cNvSpPr txBox="1"/>
          <p:nvPr/>
        </p:nvSpPr>
        <p:spPr>
          <a:xfrm>
            <a:off x="2535781" y="8968974"/>
            <a:ext cx="211698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52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Griffin 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B6886-93A5-E4B6-C540-7E62DAEA65B6}"/>
              </a:ext>
            </a:extLst>
          </p:cNvPr>
          <p:cNvSpPr txBox="1"/>
          <p:nvPr/>
        </p:nvSpPr>
        <p:spPr>
          <a:xfrm>
            <a:off x="2262453" y="11799115"/>
            <a:ext cx="2790291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60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Design and Production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1119F9-C68D-550F-1456-87A09E1A6F3F}"/>
              </a:ext>
            </a:extLst>
          </p:cNvPr>
          <p:cNvSpPr txBox="1"/>
          <p:nvPr/>
        </p:nvSpPr>
        <p:spPr>
          <a:xfrm>
            <a:off x="2588804" y="12175792"/>
            <a:ext cx="2116989" cy="427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78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Eric Fleegal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30DA25-0D01-994E-09D4-605883EC74E7}"/>
              </a:ext>
            </a:extLst>
          </p:cNvPr>
          <p:cNvSpPr txBox="1"/>
          <p:nvPr/>
        </p:nvSpPr>
        <p:spPr>
          <a:xfrm>
            <a:off x="2162023" y="11100799"/>
            <a:ext cx="2991159" cy="41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91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Faculty and Advisors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AA7143-EF6A-2D3A-51EC-F4296E0C2518}"/>
              </a:ext>
            </a:extLst>
          </p:cNvPr>
          <p:cNvSpPr txBox="1"/>
          <p:nvPr/>
        </p:nvSpPr>
        <p:spPr>
          <a:xfrm>
            <a:off x="2262453" y="15272955"/>
            <a:ext cx="2790291" cy="41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91" b="1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President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03995C-1CF3-3B11-E827-6448A65EE63E}"/>
              </a:ext>
            </a:extLst>
          </p:cNvPr>
          <p:cNvSpPr txBox="1"/>
          <p:nvPr/>
        </p:nvSpPr>
        <p:spPr>
          <a:xfrm>
            <a:off x="2599104" y="15614795"/>
            <a:ext cx="2116989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29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Claude Comair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C1AA4-0E39-3C85-154E-7B47A321FBC0}"/>
              </a:ext>
            </a:extLst>
          </p:cNvPr>
          <p:cNvSpPr txBox="1"/>
          <p:nvPr/>
        </p:nvSpPr>
        <p:spPr>
          <a:xfrm>
            <a:off x="2019070" y="14490244"/>
            <a:ext cx="325645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68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Created at </a:t>
            </a:r>
          </a:p>
          <a:p>
            <a:pPr algn="ctr"/>
            <a:r>
              <a:rPr lang="en-US" sz="1568" dirty="0" err="1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DigiPen</a:t>
            </a:r>
            <a:r>
              <a:rPr lang="en-US" sz="1568" dirty="0">
                <a:solidFill>
                  <a:schemeClr val="bg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 Institute of Technology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1274F-14A0-9F4E-E0ED-5AB5BF645F42}"/>
              </a:ext>
            </a:extLst>
          </p:cNvPr>
          <p:cNvSpPr txBox="1"/>
          <p:nvPr/>
        </p:nvSpPr>
        <p:spPr>
          <a:xfrm>
            <a:off x="2257844" y="16731216"/>
            <a:ext cx="2790291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45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© 2026 </a:t>
            </a:r>
            <a:r>
              <a:rPr lang="en-US" sz="1045" dirty="0" err="1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DigiPen</a:t>
            </a:r>
            <a:r>
              <a:rPr lang="en-US" sz="1045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 (USA) Corporation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991BD-6FC6-7634-95C6-260BC091D1C3}"/>
              </a:ext>
            </a:extLst>
          </p:cNvPr>
          <p:cNvSpPr txBox="1"/>
          <p:nvPr/>
        </p:nvSpPr>
        <p:spPr>
          <a:xfrm>
            <a:off x="1037337" y="20411199"/>
            <a:ext cx="5240531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45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FMOD Sound System © </a:t>
            </a:r>
            <a:r>
              <a:rPr lang="en-US" sz="1045" dirty="0" err="1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FireLight</a:t>
            </a:r>
            <a:r>
              <a:rPr lang="en-US" sz="1045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 Technologies Pty Ltd. (1998-2026)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513E63C-C681-3F27-8455-E8D1E3CC3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613" y="19609604"/>
            <a:ext cx="2095979" cy="56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9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59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Lato Light</vt:lpstr>
      <vt:lpstr>Lato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Siegel</dc:creator>
  <cp:lastModifiedBy>Josh Siegel</cp:lastModifiedBy>
  <cp:revision>1</cp:revision>
  <dcterms:created xsi:type="dcterms:W3CDTF">2026-04-09T21:49:49Z</dcterms:created>
  <dcterms:modified xsi:type="dcterms:W3CDTF">2026-04-09T23:29:16Z</dcterms:modified>
</cp:coreProperties>
</file>